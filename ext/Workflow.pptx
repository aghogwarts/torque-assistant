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DA66E0-CF26-4005-B77F-1569304E5EAF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E61B0335-0334-427A-8BB2-68040765E3BA}">
      <dgm:prSet phldrT="[Text]" custT="1"/>
      <dgm:spPr/>
      <dgm:t>
        <a:bodyPr/>
        <a:lstStyle/>
        <a:p>
          <a:r>
            <a:rPr lang="en-US" sz="1000" dirty="0"/>
            <a:t>Input Data</a:t>
          </a:r>
          <a:br>
            <a:rPr lang="en-US" sz="1000" dirty="0"/>
          </a:br>
          <a:r>
            <a:rPr lang="en-IN" sz="1000" dirty="0"/>
            <a:t>Torque Event (CSV / API Input)</a:t>
          </a:r>
          <a:br>
            <a:rPr lang="en-IN" sz="1000" dirty="0"/>
          </a:br>
          <a:r>
            <a:rPr lang="en-IN" sz="1000" dirty="0"/>
            <a:t>Source: torque_events.csv Framework: pandas</a:t>
          </a:r>
        </a:p>
      </dgm:t>
    </dgm:pt>
    <dgm:pt modelId="{181676AC-3B80-4B20-9607-ADFB0DDA0AED}" type="parTrans" cxnId="{2AA7B326-CCC7-4274-BF3D-6EFAF103E84C}">
      <dgm:prSet/>
      <dgm:spPr/>
      <dgm:t>
        <a:bodyPr/>
        <a:lstStyle/>
        <a:p>
          <a:endParaRPr lang="en-IN"/>
        </a:p>
      </dgm:t>
    </dgm:pt>
    <dgm:pt modelId="{7BC9E48E-0862-4221-BBBF-493AA2616948}" type="sibTrans" cxnId="{2AA7B326-CCC7-4274-BF3D-6EFAF103E84C}">
      <dgm:prSet custT="1"/>
      <dgm:spPr/>
      <dgm:t>
        <a:bodyPr/>
        <a:lstStyle/>
        <a:p>
          <a:endParaRPr lang="en-IN" sz="1000" dirty="0"/>
        </a:p>
      </dgm:t>
    </dgm:pt>
    <dgm:pt modelId="{EB9C8249-BE4D-4B52-9DF2-BCAFBACA434F}">
      <dgm:prSet phldrT="[Text]" custT="1"/>
      <dgm:spPr/>
      <dgm:t>
        <a:bodyPr/>
        <a:lstStyle/>
        <a:p>
          <a:r>
            <a:rPr lang="en-IN" sz="1000" dirty="0"/>
            <a:t>Validate Node</a:t>
          </a:r>
          <a:br>
            <a:rPr lang="en-IN" sz="1000" dirty="0"/>
          </a:br>
          <a:r>
            <a:rPr lang="en-IN" sz="1000" dirty="0"/>
            <a:t>Purpose: Deterministic torque check</a:t>
          </a:r>
          <a:br>
            <a:rPr lang="en-IN" sz="1000" dirty="0"/>
          </a:br>
          <a:r>
            <a:rPr lang="en-IN" sz="1000" dirty="0"/>
            <a:t>Logic: target ± tolerance comparison</a:t>
          </a:r>
          <a:br>
            <a:rPr lang="en-IN" sz="1000" dirty="0"/>
          </a:br>
          <a:r>
            <a:rPr lang="en-IN" sz="1000" dirty="0"/>
            <a:t>Output: rule_validation label</a:t>
          </a:r>
        </a:p>
        <a:p>
          <a:r>
            <a:rPr lang="en-IN" sz="1000" dirty="0">
              <a:solidFill>
                <a:srgbClr val="FF0000"/>
              </a:solidFill>
            </a:rPr>
            <a:t>Rules: .</a:t>
          </a:r>
          <a:r>
            <a:rPr lang="en-IN" sz="1000" dirty="0" err="1">
              <a:solidFill>
                <a:srgbClr val="FF0000"/>
              </a:solidFill>
            </a:rPr>
            <a:t>json</a:t>
          </a:r>
          <a:endParaRPr lang="en-IN" sz="1000" dirty="0">
            <a:solidFill>
              <a:srgbClr val="FF0000"/>
            </a:solidFill>
          </a:endParaRPr>
        </a:p>
      </dgm:t>
    </dgm:pt>
    <dgm:pt modelId="{4C6B1DC1-CB95-4D9A-BD5A-8847BA751F67}" type="parTrans" cxnId="{56A9AA0B-B331-4572-8AAC-004C49DD0BFC}">
      <dgm:prSet/>
      <dgm:spPr/>
      <dgm:t>
        <a:bodyPr/>
        <a:lstStyle/>
        <a:p>
          <a:endParaRPr lang="en-IN"/>
        </a:p>
      </dgm:t>
    </dgm:pt>
    <dgm:pt modelId="{049593D4-8053-4B66-9CB8-D2A4687F9F30}" type="sibTrans" cxnId="{56A9AA0B-B331-4572-8AAC-004C49DD0BFC}">
      <dgm:prSet custT="1"/>
      <dgm:spPr/>
      <dgm:t>
        <a:bodyPr/>
        <a:lstStyle/>
        <a:p>
          <a:endParaRPr lang="en-IN" sz="1000" dirty="0"/>
        </a:p>
      </dgm:t>
    </dgm:pt>
    <dgm:pt modelId="{19675266-1973-45F6-9F0E-06EAAEC4EF0A}">
      <dgm:prSet phldrT="[Text]" custT="1"/>
      <dgm:spPr/>
      <dgm:t>
        <a:bodyPr/>
        <a:lstStyle/>
        <a:p>
          <a:r>
            <a:rPr lang="en-IN" sz="1000" dirty="0"/>
            <a:t>Retrieve Node</a:t>
          </a:r>
          <a:br>
            <a:rPr lang="en-IN" sz="1000" dirty="0"/>
          </a:br>
          <a:r>
            <a:rPr lang="en-IN" sz="1000" dirty="0"/>
            <a:t>Purpose: Retrieve relevant SOP context</a:t>
          </a:r>
          <a:br>
            <a:rPr lang="en-IN" sz="1000" dirty="0"/>
          </a:br>
          <a:r>
            <a:rPr lang="en-IN" sz="1000" dirty="0"/>
            <a:t>Data: sop_chunks.json</a:t>
          </a:r>
          <a:br>
            <a:rPr lang="en-IN" sz="1000" dirty="0"/>
          </a:br>
          <a:r>
            <a:rPr lang="en-IN" sz="1000" dirty="0"/>
            <a:t>Vector DB: FAISS</a:t>
          </a:r>
          <a:br>
            <a:rPr lang="en-IN" sz="1000" dirty="0"/>
          </a:br>
          <a:r>
            <a:rPr lang="en-IN" sz="1000" dirty="0"/>
            <a:t>Embeddings: OpenAIEmbeddings</a:t>
          </a:r>
          <a:br>
            <a:rPr lang="en-IN" sz="1000" dirty="0"/>
          </a:br>
          <a:r>
            <a:rPr lang="en-IN" sz="1000" dirty="0"/>
            <a:t>Framework: langchain + faiss-cpu</a:t>
          </a:r>
          <a:br>
            <a:rPr lang="en-IN" sz="1000" dirty="0"/>
          </a:br>
          <a:r>
            <a:rPr lang="en-IN" sz="1000" dirty="0"/>
            <a:t>Output: top-K SOP chunks</a:t>
          </a:r>
        </a:p>
      </dgm:t>
    </dgm:pt>
    <dgm:pt modelId="{4F326631-0F78-446C-B3C2-B900C6C210D2}" type="parTrans" cxnId="{690A24F1-0CD0-4D4D-8222-AFEAE4B6B4DD}">
      <dgm:prSet/>
      <dgm:spPr/>
      <dgm:t>
        <a:bodyPr/>
        <a:lstStyle/>
        <a:p>
          <a:endParaRPr lang="en-IN"/>
        </a:p>
      </dgm:t>
    </dgm:pt>
    <dgm:pt modelId="{0B498F48-B2CC-4EC8-9E01-CF70AB982D1F}" type="sibTrans" cxnId="{690A24F1-0CD0-4D4D-8222-AFEAE4B6B4DD}">
      <dgm:prSet custT="1"/>
      <dgm:spPr/>
      <dgm:t>
        <a:bodyPr/>
        <a:lstStyle/>
        <a:p>
          <a:endParaRPr lang="en-IN" sz="1000" dirty="0"/>
        </a:p>
      </dgm:t>
    </dgm:pt>
    <dgm:pt modelId="{7534840C-A6F0-45FB-B1A3-6C5EDBA4F215}">
      <dgm:prSet phldrT="[Text]" custT="1"/>
      <dgm:spPr/>
      <dgm:t>
        <a:bodyPr/>
        <a:lstStyle/>
        <a:p>
          <a:r>
            <a:rPr lang="en-IN" sz="1000" dirty="0"/>
            <a:t>Classification Node</a:t>
          </a:r>
          <a:br>
            <a:rPr lang="en-IN" sz="1000" dirty="0"/>
          </a:br>
          <a:r>
            <a:rPr lang="en-IN" sz="1000" dirty="0"/>
            <a:t>Purpose: Severity classification</a:t>
          </a:r>
          <a:br>
            <a:rPr lang="en-IN" sz="1000" dirty="0"/>
          </a:br>
          <a:r>
            <a:rPr lang="en-IN" sz="1000" dirty="0"/>
            <a:t>Model: GPT-4o-mini (or configurable)</a:t>
          </a:r>
          <a:br>
            <a:rPr lang="en-IN" sz="1000" dirty="0"/>
          </a:br>
          <a:r>
            <a:rPr lang="en-IN" sz="1000" dirty="0"/>
            <a:t>Framework: langchain-openai</a:t>
          </a:r>
          <a:br>
            <a:rPr lang="en-IN" sz="1000" dirty="0"/>
          </a:br>
          <a:r>
            <a:rPr lang="en-IN" sz="1000" dirty="0"/>
            <a:t>Prompt: ChatPromptTemplate</a:t>
          </a:r>
          <a:br>
            <a:rPr lang="en-IN" sz="1000" dirty="0"/>
          </a:br>
          <a:r>
            <a:rPr lang="en-IN" sz="1000" dirty="0"/>
            <a:t>Output: OK / Minor / Major / Critical</a:t>
          </a:r>
        </a:p>
      </dgm:t>
    </dgm:pt>
    <dgm:pt modelId="{22E163A4-54B2-4276-852D-2A15DB46E177}" type="parTrans" cxnId="{0191F519-545E-40D4-9F3C-8FC0F9147E27}">
      <dgm:prSet/>
      <dgm:spPr/>
      <dgm:t>
        <a:bodyPr/>
        <a:lstStyle/>
        <a:p>
          <a:endParaRPr lang="en-IN"/>
        </a:p>
      </dgm:t>
    </dgm:pt>
    <dgm:pt modelId="{1C145C95-7895-4E6A-BAE7-2974E8025E3E}" type="sibTrans" cxnId="{0191F519-545E-40D4-9F3C-8FC0F9147E27}">
      <dgm:prSet custT="1"/>
      <dgm:spPr/>
      <dgm:t>
        <a:bodyPr/>
        <a:lstStyle/>
        <a:p>
          <a:endParaRPr lang="en-IN" sz="1000" dirty="0"/>
        </a:p>
      </dgm:t>
    </dgm:pt>
    <dgm:pt modelId="{AD7CFE22-8A46-4073-B608-820EC1F99652}">
      <dgm:prSet phldrT="[Text]" custT="1"/>
      <dgm:spPr/>
      <dgm:t>
        <a:bodyPr/>
        <a:lstStyle/>
        <a:p>
          <a:r>
            <a:rPr lang="en-IN" sz="1000" dirty="0"/>
            <a:t>Decision Node</a:t>
          </a:r>
          <a:br>
            <a:rPr lang="en-IN" sz="1000" dirty="0"/>
          </a:br>
          <a:r>
            <a:rPr lang="en-IN" sz="1000" dirty="0"/>
            <a:t>Purpose: Determine action</a:t>
          </a:r>
          <a:br>
            <a:rPr lang="en-IN" sz="1000" dirty="0"/>
          </a:br>
          <a:r>
            <a:rPr lang="en-IN" sz="1000" dirty="0"/>
            <a:t>Model: GPT-4o-mini</a:t>
          </a:r>
          <a:br>
            <a:rPr lang="en-IN" sz="1000" dirty="0"/>
          </a:br>
          <a:r>
            <a:rPr lang="en-IN" sz="1000" dirty="0"/>
            <a:t>Structured Output: Pydantic</a:t>
          </a:r>
          <a:br>
            <a:rPr lang="en-IN" sz="1000" dirty="0"/>
          </a:br>
          <a:r>
            <a:rPr lang="en-IN" sz="1000" dirty="0"/>
            <a:t>Framework: langchain</a:t>
          </a:r>
          <a:br>
            <a:rPr lang="en-IN" sz="1000" dirty="0"/>
          </a:br>
          <a:r>
            <a:rPr lang="en-IN" sz="1000" dirty="0"/>
            <a:t>Output: { escalate, rework, explanation }</a:t>
          </a:r>
        </a:p>
      </dgm:t>
    </dgm:pt>
    <dgm:pt modelId="{D0BD37AF-A37B-4A60-A2BE-2BBB08387457}" type="parTrans" cxnId="{15B7D26B-22B8-42F1-9013-ADE6BDA2C799}">
      <dgm:prSet/>
      <dgm:spPr/>
      <dgm:t>
        <a:bodyPr/>
        <a:lstStyle/>
        <a:p>
          <a:endParaRPr lang="en-IN"/>
        </a:p>
      </dgm:t>
    </dgm:pt>
    <dgm:pt modelId="{A0C2866E-303E-4B65-912C-188378807BF2}" type="sibTrans" cxnId="{15B7D26B-22B8-42F1-9013-ADE6BDA2C799}">
      <dgm:prSet custT="1"/>
      <dgm:spPr/>
      <dgm:t>
        <a:bodyPr/>
        <a:lstStyle/>
        <a:p>
          <a:endParaRPr lang="en-IN" sz="1000" dirty="0"/>
        </a:p>
      </dgm:t>
    </dgm:pt>
    <dgm:pt modelId="{962541FC-B34D-4E9C-8C75-A5E60902687F}">
      <dgm:prSet phldrT="[Text]" custT="1"/>
      <dgm:spPr/>
      <dgm:t>
        <a:bodyPr/>
        <a:lstStyle/>
        <a:p>
          <a:r>
            <a:rPr lang="en-IN" sz="1000" dirty="0"/>
            <a:t>Action Node</a:t>
          </a:r>
          <a:br>
            <a:rPr lang="en-IN" sz="1000" dirty="0"/>
          </a:br>
          <a:r>
            <a:rPr lang="en-IN" sz="1000" dirty="0"/>
            <a:t>Purpose: Execute next step</a:t>
          </a:r>
          <a:br>
            <a:rPr lang="en-IN" sz="1000" dirty="0"/>
          </a:br>
          <a:r>
            <a:rPr lang="en-IN" sz="1000" dirty="0"/>
            <a:t>Example:</a:t>
          </a:r>
          <a:br>
            <a:rPr lang="en-IN" sz="1000" dirty="0"/>
          </a:br>
          <a:r>
            <a:rPr lang="en-IN" sz="1000" dirty="0"/>
            <a:t>- Log event</a:t>
          </a:r>
          <a:br>
            <a:rPr lang="en-IN" sz="1000" dirty="0"/>
          </a:br>
          <a:r>
            <a:rPr lang="en-IN" sz="1000" dirty="0"/>
            <a:t>- Create maintenance ticket</a:t>
          </a:r>
          <a:br>
            <a:rPr lang="en-IN" sz="1000" dirty="0"/>
          </a:br>
          <a:r>
            <a:rPr lang="en-IN" sz="1000" dirty="0"/>
            <a:t>- Send Slack/Email notification</a:t>
          </a:r>
          <a:br>
            <a:rPr lang="en-IN" sz="1000" dirty="0"/>
          </a:br>
          <a:r>
            <a:rPr lang="en-IN" sz="1000" dirty="0"/>
            <a:t>Framework: FastAPI</a:t>
          </a:r>
        </a:p>
      </dgm:t>
    </dgm:pt>
    <dgm:pt modelId="{BAB2A331-AC81-480F-A9DC-F1D219C727B0}" type="parTrans" cxnId="{58198D40-C6B5-4E0A-B629-4B821EA3445B}">
      <dgm:prSet/>
      <dgm:spPr/>
      <dgm:t>
        <a:bodyPr/>
        <a:lstStyle/>
        <a:p>
          <a:endParaRPr lang="en-IN"/>
        </a:p>
      </dgm:t>
    </dgm:pt>
    <dgm:pt modelId="{3BC62F5E-3E14-49A4-9DFD-BE7DAA611810}" type="sibTrans" cxnId="{58198D40-C6B5-4E0A-B629-4B821EA3445B}">
      <dgm:prSet/>
      <dgm:spPr/>
      <dgm:t>
        <a:bodyPr/>
        <a:lstStyle/>
        <a:p>
          <a:endParaRPr lang="en-IN"/>
        </a:p>
      </dgm:t>
    </dgm:pt>
    <dgm:pt modelId="{748B144C-A6F4-4237-A90F-8B3EC1A241EF}" type="pres">
      <dgm:prSet presAssocID="{3ADA66E0-CF26-4005-B77F-1569304E5EAF}" presName="Name0" presStyleCnt="0">
        <dgm:presLayoutVars>
          <dgm:dir/>
          <dgm:resizeHandles val="exact"/>
        </dgm:presLayoutVars>
      </dgm:prSet>
      <dgm:spPr/>
    </dgm:pt>
    <dgm:pt modelId="{82D98E84-5EBC-4C47-87DE-A9825C468C22}" type="pres">
      <dgm:prSet presAssocID="{E61B0335-0334-427A-8BB2-68040765E3BA}" presName="node" presStyleLbl="node1" presStyleIdx="0" presStyleCnt="6" custScaleX="279609" custLinFactX="50235" custLinFactNeighborX="100000" custLinFactNeighborY="-87064">
        <dgm:presLayoutVars>
          <dgm:bulletEnabled val="1"/>
        </dgm:presLayoutVars>
      </dgm:prSet>
      <dgm:spPr/>
    </dgm:pt>
    <dgm:pt modelId="{D769F757-3850-4623-BFEB-352414EC89D8}" type="pres">
      <dgm:prSet presAssocID="{7BC9E48E-0862-4221-BBBF-493AA2616948}" presName="sibTrans" presStyleLbl="sibTrans2D1" presStyleIdx="0" presStyleCnt="5"/>
      <dgm:spPr/>
    </dgm:pt>
    <dgm:pt modelId="{2A431619-A33E-444B-A846-86489B6011C2}" type="pres">
      <dgm:prSet presAssocID="{7BC9E48E-0862-4221-BBBF-493AA2616948}" presName="connectorText" presStyleLbl="sibTrans2D1" presStyleIdx="0" presStyleCnt="5"/>
      <dgm:spPr/>
    </dgm:pt>
    <dgm:pt modelId="{B151126C-0440-4C84-8533-1546B3C77F55}" type="pres">
      <dgm:prSet presAssocID="{EB9C8249-BE4D-4B52-9DF2-BCAFBACA434F}" presName="node" presStyleLbl="node1" presStyleIdx="1" presStyleCnt="6" custScaleX="320684" custLinFactNeighborX="84983" custLinFactNeighborY="82388">
        <dgm:presLayoutVars>
          <dgm:bulletEnabled val="1"/>
        </dgm:presLayoutVars>
      </dgm:prSet>
      <dgm:spPr/>
    </dgm:pt>
    <dgm:pt modelId="{AADBA430-9AD3-4C66-98EB-39CC2B8C85B7}" type="pres">
      <dgm:prSet presAssocID="{049593D4-8053-4B66-9CB8-D2A4687F9F30}" presName="sibTrans" presStyleLbl="sibTrans2D1" presStyleIdx="1" presStyleCnt="5"/>
      <dgm:spPr/>
    </dgm:pt>
    <dgm:pt modelId="{65FC51A1-0F38-404E-A176-2F490179AA85}" type="pres">
      <dgm:prSet presAssocID="{049593D4-8053-4B66-9CB8-D2A4687F9F30}" presName="connectorText" presStyleLbl="sibTrans2D1" presStyleIdx="1" presStyleCnt="5"/>
      <dgm:spPr/>
    </dgm:pt>
    <dgm:pt modelId="{F1CA92E3-393D-45F1-858F-1097BDFFC230}" type="pres">
      <dgm:prSet presAssocID="{19675266-1973-45F6-9F0E-06EAAEC4EF0A}" presName="node" presStyleLbl="node1" presStyleIdx="2" presStyleCnt="6" custScaleX="381016" custLinFactNeighborX="12788" custLinFactNeighborY="-84209">
        <dgm:presLayoutVars>
          <dgm:bulletEnabled val="1"/>
        </dgm:presLayoutVars>
      </dgm:prSet>
      <dgm:spPr/>
    </dgm:pt>
    <dgm:pt modelId="{4B58B182-9E22-4F5F-9E5A-F1AEFF8466A0}" type="pres">
      <dgm:prSet presAssocID="{0B498F48-B2CC-4EC8-9E01-CF70AB982D1F}" presName="sibTrans" presStyleLbl="sibTrans2D1" presStyleIdx="2" presStyleCnt="5"/>
      <dgm:spPr/>
    </dgm:pt>
    <dgm:pt modelId="{CABDA057-3793-44A5-9529-2A140E0F9ED4}" type="pres">
      <dgm:prSet presAssocID="{0B498F48-B2CC-4EC8-9E01-CF70AB982D1F}" presName="connectorText" presStyleLbl="sibTrans2D1" presStyleIdx="2" presStyleCnt="5"/>
      <dgm:spPr/>
    </dgm:pt>
    <dgm:pt modelId="{5208B639-F7AA-4A2E-9F26-D9D0FAE4675D}" type="pres">
      <dgm:prSet presAssocID="{7534840C-A6F0-45FB-B1A3-6C5EDBA4F215}" presName="node" presStyleLbl="node1" presStyleIdx="3" presStyleCnt="6" custScaleX="463652" custLinFactX="-100000" custLinFactNeighborX="-154332" custLinFactNeighborY="81141">
        <dgm:presLayoutVars>
          <dgm:bulletEnabled val="1"/>
        </dgm:presLayoutVars>
      </dgm:prSet>
      <dgm:spPr/>
    </dgm:pt>
    <dgm:pt modelId="{C9DE67E2-69C4-4763-A0A6-99C01D2C4666}" type="pres">
      <dgm:prSet presAssocID="{1C145C95-7895-4E6A-BAE7-2974E8025E3E}" presName="sibTrans" presStyleLbl="sibTrans2D1" presStyleIdx="3" presStyleCnt="5"/>
      <dgm:spPr/>
    </dgm:pt>
    <dgm:pt modelId="{5A964782-8A8D-4CA9-90CF-B74F12605844}" type="pres">
      <dgm:prSet presAssocID="{1C145C95-7895-4E6A-BAE7-2974E8025E3E}" presName="connectorText" presStyleLbl="sibTrans2D1" presStyleIdx="3" presStyleCnt="5"/>
      <dgm:spPr/>
    </dgm:pt>
    <dgm:pt modelId="{0B8FECC1-9E96-4D35-875E-9BB352D0017A}" type="pres">
      <dgm:prSet presAssocID="{AD7CFE22-8A46-4073-B608-820EC1F99652}" presName="node" presStyleLbl="node1" presStyleIdx="4" presStyleCnt="6" custScaleX="359903" custLinFactX="-54302" custLinFactNeighborX="-100000" custLinFactNeighborY="-82985">
        <dgm:presLayoutVars>
          <dgm:bulletEnabled val="1"/>
        </dgm:presLayoutVars>
      </dgm:prSet>
      <dgm:spPr/>
    </dgm:pt>
    <dgm:pt modelId="{624C7AF9-E3D2-4B2A-A627-C030721740EB}" type="pres">
      <dgm:prSet presAssocID="{A0C2866E-303E-4B65-912C-188378807BF2}" presName="sibTrans" presStyleLbl="sibTrans2D1" presStyleIdx="4" presStyleCnt="5"/>
      <dgm:spPr/>
    </dgm:pt>
    <dgm:pt modelId="{4923425D-93A7-4DF2-A680-E9512BA9865C}" type="pres">
      <dgm:prSet presAssocID="{A0C2866E-303E-4B65-912C-188378807BF2}" presName="connectorText" presStyleLbl="sibTrans2D1" presStyleIdx="4" presStyleCnt="5"/>
      <dgm:spPr/>
    </dgm:pt>
    <dgm:pt modelId="{5E0088C3-2303-4C11-A30A-9508DF83219D}" type="pres">
      <dgm:prSet presAssocID="{962541FC-B34D-4E9C-8C75-A5E60902687F}" presName="node" presStyleLbl="node1" presStyleIdx="5" presStyleCnt="6" custScaleX="354626" custLinFactX="-44550" custLinFactNeighborX="-100000" custLinFactNeighborY="81891">
        <dgm:presLayoutVars>
          <dgm:bulletEnabled val="1"/>
        </dgm:presLayoutVars>
      </dgm:prSet>
      <dgm:spPr/>
    </dgm:pt>
  </dgm:ptLst>
  <dgm:cxnLst>
    <dgm:cxn modelId="{24C5AF01-9AC2-461F-8085-B69AC578CAF0}" type="presOf" srcId="{AD7CFE22-8A46-4073-B608-820EC1F99652}" destId="{0B8FECC1-9E96-4D35-875E-9BB352D0017A}" srcOrd="0" destOrd="0" presId="urn:microsoft.com/office/officeart/2005/8/layout/process1"/>
    <dgm:cxn modelId="{56A9AA0B-B331-4572-8AAC-004C49DD0BFC}" srcId="{3ADA66E0-CF26-4005-B77F-1569304E5EAF}" destId="{EB9C8249-BE4D-4B52-9DF2-BCAFBACA434F}" srcOrd="1" destOrd="0" parTransId="{4C6B1DC1-CB95-4D9A-BD5A-8847BA751F67}" sibTransId="{049593D4-8053-4B66-9CB8-D2A4687F9F30}"/>
    <dgm:cxn modelId="{1BB74812-2178-4F19-9493-E4D6C0397355}" type="presOf" srcId="{7BC9E48E-0862-4221-BBBF-493AA2616948}" destId="{D769F757-3850-4623-BFEB-352414EC89D8}" srcOrd="0" destOrd="0" presId="urn:microsoft.com/office/officeart/2005/8/layout/process1"/>
    <dgm:cxn modelId="{AAA99114-6AE1-4F50-BC79-5EC207D19ACF}" type="presOf" srcId="{049593D4-8053-4B66-9CB8-D2A4687F9F30}" destId="{AADBA430-9AD3-4C66-98EB-39CC2B8C85B7}" srcOrd="0" destOrd="0" presId="urn:microsoft.com/office/officeart/2005/8/layout/process1"/>
    <dgm:cxn modelId="{0191F519-545E-40D4-9F3C-8FC0F9147E27}" srcId="{3ADA66E0-CF26-4005-B77F-1569304E5EAF}" destId="{7534840C-A6F0-45FB-B1A3-6C5EDBA4F215}" srcOrd="3" destOrd="0" parTransId="{22E163A4-54B2-4276-852D-2A15DB46E177}" sibTransId="{1C145C95-7895-4E6A-BAE7-2974E8025E3E}"/>
    <dgm:cxn modelId="{5CF3EA20-8E69-434C-88CA-62B430D4FA30}" type="presOf" srcId="{1C145C95-7895-4E6A-BAE7-2974E8025E3E}" destId="{5A964782-8A8D-4CA9-90CF-B74F12605844}" srcOrd="1" destOrd="0" presId="urn:microsoft.com/office/officeart/2005/8/layout/process1"/>
    <dgm:cxn modelId="{2AA7B326-CCC7-4274-BF3D-6EFAF103E84C}" srcId="{3ADA66E0-CF26-4005-B77F-1569304E5EAF}" destId="{E61B0335-0334-427A-8BB2-68040765E3BA}" srcOrd="0" destOrd="0" parTransId="{181676AC-3B80-4B20-9607-ADFB0DDA0AED}" sibTransId="{7BC9E48E-0862-4221-BBBF-493AA2616948}"/>
    <dgm:cxn modelId="{BBDC202F-6E32-47B5-86D5-734554297928}" type="presOf" srcId="{7534840C-A6F0-45FB-B1A3-6C5EDBA4F215}" destId="{5208B639-F7AA-4A2E-9F26-D9D0FAE4675D}" srcOrd="0" destOrd="0" presId="urn:microsoft.com/office/officeart/2005/8/layout/process1"/>
    <dgm:cxn modelId="{F0D54432-20B1-40C3-91EB-0AD74775CAAA}" type="presOf" srcId="{3ADA66E0-CF26-4005-B77F-1569304E5EAF}" destId="{748B144C-A6F4-4237-A90F-8B3EC1A241EF}" srcOrd="0" destOrd="0" presId="urn:microsoft.com/office/officeart/2005/8/layout/process1"/>
    <dgm:cxn modelId="{DA91E739-E0BC-4753-B664-3BB1CE507724}" type="presOf" srcId="{EB9C8249-BE4D-4B52-9DF2-BCAFBACA434F}" destId="{B151126C-0440-4C84-8533-1546B3C77F55}" srcOrd="0" destOrd="0" presId="urn:microsoft.com/office/officeart/2005/8/layout/process1"/>
    <dgm:cxn modelId="{5AC1713D-5A4D-4A2B-A2E1-0F36B8293914}" type="presOf" srcId="{0B498F48-B2CC-4EC8-9E01-CF70AB982D1F}" destId="{CABDA057-3793-44A5-9529-2A140E0F9ED4}" srcOrd="1" destOrd="0" presId="urn:microsoft.com/office/officeart/2005/8/layout/process1"/>
    <dgm:cxn modelId="{58198D40-C6B5-4E0A-B629-4B821EA3445B}" srcId="{3ADA66E0-CF26-4005-B77F-1569304E5EAF}" destId="{962541FC-B34D-4E9C-8C75-A5E60902687F}" srcOrd="5" destOrd="0" parTransId="{BAB2A331-AC81-480F-A9DC-F1D219C727B0}" sibTransId="{3BC62F5E-3E14-49A4-9DFD-BE7DAA611810}"/>
    <dgm:cxn modelId="{C8190E68-1885-4E28-90AC-82450343DEA7}" type="presOf" srcId="{049593D4-8053-4B66-9CB8-D2A4687F9F30}" destId="{65FC51A1-0F38-404E-A176-2F490179AA85}" srcOrd="1" destOrd="0" presId="urn:microsoft.com/office/officeart/2005/8/layout/process1"/>
    <dgm:cxn modelId="{15B7D26B-22B8-42F1-9013-ADE6BDA2C799}" srcId="{3ADA66E0-CF26-4005-B77F-1569304E5EAF}" destId="{AD7CFE22-8A46-4073-B608-820EC1F99652}" srcOrd="4" destOrd="0" parTransId="{D0BD37AF-A37B-4A60-A2BE-2BBB08387457}" sibTransId="{A0C2866E-303E-4B65-912C-188378807BF2}"/>
    <dgm:cxn modelId="{9C1C1B59-DE4E-4DC2-B651-1F707CAFEE9D}" type="presOf" srcId="{1C145C95-7895-4E6A-BAE7-2974E8025E3E}" destId="{C9DE67E2-69C4-4763-A0A6-99C01D2C4666}" srcOrd="0" destOrd="0" presId="urn:microsoft.com/office/officeart/2005/8/layout/process1"/>
    <dgm:cxn modelId="{2FFB2C92-0BBA-4CED-8E37-97E0ACEBDC06}" type="presOf" srcId="{7BC9E48E-0862-4221-BBBF-493AA2616948}" destId="{2A431619-A33E-444B-A846-86489B6011C2}" srcOrd="1" destOrd="0" presId="urn:microsoft.com/office/officeart/2005/8/layout/process1"/>
    <dgm:cxn modelId="{9D318E93-6E30-4011-AA29-87A14C571DC8}" type="presOf" srcId="{0B498F48-B2CC-4EC8-9E01-CF70AB982D1F}" destId="{4B58B182-9E22-4F5F-9E5A-F1AEFF8466A0}" srcOrd="0" destOrd="0" presId="urn:microsoft.com/office/officeart/2005/8/layout/process1"/>
    <dgm:cxn modelId="{70A293B3-8740-4147-B2EC-E051B6EA5903}" type="presOf" srcId="{962541FC-B34D-4E9C-8C75-A5E60902687F}" destId="{5E0088C3-2303-4C11-A30A-9508DF83219D}" srcOrd="0" destOrd="0" presId="urn:microsoft.com/office/officeart/2005/8/layout/process1"/>
    <dgm:cxn modelId="{1EA800BD-536B-451C-A01B-77B4B8E2C704}" type="presOf" srcId="{E61B0335-0334-427A-8BB2-68040765E3BA}" destId="{82D98E84-5EBC-4C47-87DE-A9825C468C22}" srcOrd="0" destOrd="0" presId="urn:microsoft.com/office/officeart/2005/8/layout/process1"/>
    <dgm:cxn modelId="{57DB40D8-9874-4AB4-9635-72057D8D2165}" type="presOf" srcId="{A0C2866E-303E-4B65-912C-188378807BF2}" destId="{4923425D-93A7-4DF2-A680-E9512BA9865C}" srcOrd="1" destOrd="0" presId="urn:microsoft.com/office/officeart/2005/8/layout/process1"/>
    <dgm:cxn modelId="{819908E0-25A9-48F3-AE7A-0A1BC971BDC9}" type="presOf" srcId="{A0C2866E-303E-4B65-912C-188378807BF2}" destId="{624C7AF9-E3D2-4B2A-A627-C030721740EB}" srcOrd="0" destOrd="0" presId="urn:microsoft.com/office/officeart/2005/8/layout/process1"/>
    <dgm:cxn modelId="{690A24F1-0CD0-4D4D-8222-AFEAE4B6B4DD}" srcId="{3ADA66E0-CF26-4005-B77F-1569304E5EAF}" destId="{19675266-1973-45F6-9F0E-06EAAEC4EF0A}" srcOrd="2" destOrd="0" parTransId="{4F326631-0F78-446C-B3C2-B900C6C210D2}" sibTransId="{0B498F48-B2CC-4EC8-9E01-CF70AB982D1F}"/>
    <dgm:cxn modelId="{E408A9F3-EDB8-4CB8-8602-5EAB5FD00EB5}" type="presOf" srcId="{19675266-1973-45F6-9F0E-06EAAEC4EF0A}" destId="{F1CA92E3-393D-45F1-858F-1097BDFFC230}" srcOrd="0" destOrd="0" presId="urn:microsoft.com/office/officeart/2005/8/layout/process1"/>
    <dgm:cxn modelId="{61C6C3C6-92BB-47AC-91AE-741412A7C68B}" type="presParOf" srcId="{748B144C-A6F4-4237-A90F-8B3EC1A241EF}" destId="{82D98E84-5EBC-4C47-87DE-A9825C468C22}" srcOrd="0" destOrd="0" presId="urn:microsoft.com/office/officeart/2005/8/layout/process1"/>
    <dgm:cxn modelId="{ACFCCA49-F7F5-488B-93DC-899E90514934}" type="presParOf" srcId="{748B144C-A6F4-4237-A90F-8B3EC1A241EF}" destId="{D769F757-3850-4623-BFEB-352414EC89D8}" srcOrd="1" destOrd="0" presId="urn:microsoft.com/office/officeart/2005/8/layout/process1"/>
    <dgm:cxn modelId="{FBB73EB0-E22A-47FD-BAEA-0887ACDC295B}" type="presParOf" srcId="{D769F757-3850-4623-BFEB-352414EC89D8}" destId="{2A431619-A33E-444B-A846-86489B6011C2}" srcOrd="0" destOrd="0" presId="urn:microsoft.com/office/officeart/2005/8/layout/process1"/>
    <dgm:cxn modelId="{25EC2F38-9304-43AD-8C75-DF3595B830B5}" type="presParOf" srcId="{748B144C-A6F4-4237-A90F-8B3EC1A241EF}" destId="{B151126C-0440-4C84-8533-1546B3C77F55}" srcOrd="2" destOrd="0" presId="urn:microsoft.com/office/officeart/2005/8/layout/process1"/>
    <dgm:cxn modelId="{B5B5A3F1-51CD-40B5-BB55-22C9F9B35000}" type="presParOf" srcId="{748B144C-A6F4-4237-A90F-8B3EC1A241EF}" destId="{AADBA430-9AD3-4C66-98EB-39CC2B8C85B7}" srcOrd="3" destOrd="0" presId="urn:microsoft.com/office/officeart/2005/8/layout/process1"/>
    <dgm:cxn modelId="{7CDEAECF-2634-4B17-808F-12E637168201}" type="presParOf" srcId="{AADBA430-9AD3-4C66-98EB-39CC2B8C85B7}" destId="{65FC51A1-0F38-404E-A176-2F490179AA85}" srcOrd="0" destOrd="0" presId="urn:microsoft.com/office/officeart/2005/8/layout/process1"/>
    <dgm:cxn modelId="{524266C0-D881-4761-9FD3-2888E3B85B1B}" type="presParOf" srcId="{748B144C-A6F4-4237-A90F-8B3EC1A241EF}" destId="{F1CA92E3-393D-45F1-858F-1097BDFFC230}" srcOrd="4" destOrd="0" presId="urn:microsoft.com/office/officeart/2005/8/layout/process1"/>
    <dgm:cxn modelId="{69EB9D0F-DD0C-445E-B9B5-4F51C9DEBDED}" type="presParOf" srcId="{748B144C-A6F4-4237-A90F-8B3EC1A241EF}" destId="{4B58B182-9E22-4F5F-9E5A-F1AEFF8466A0}" srcOrd="5" destOrd="0" presId="urn:microsoft.com/office/officeart/2005/8/layout/process1"/>
    <dgm:cxn modelId="{112C841F-3302-42A4-90E9-1CEBA57E219B}" type="presParOf" srcId="{4B58B182-9E22-4F5F-9E5A-F1AEFF8466A0}" destId="{CABDA057-3793-44A5-9529-2A140E0F9ED4}" srcOrd="0" destOrd="0" presId="urn:microsoft.com/office/officeart/2005/8/layout/process1"/>
    <dgm:cxn modelId="{F738F639-1F54-45B8-BF20-D9AD3A3133B5}" type="presParOf" srcId="{748B144C-A6F4-4237-A90F-8B3EC1A241EF}" destId="{5208B639-F7AA-4A2E-9F26-D9D0FAE4675D}" srcOrd="6" destOrd="0" presId="urn:microsoft.com/office/officeart/2005/8/layout/process1"/>
    <dgm:cxn modelId="{AD44C5DA-688B-4399-8D7E-CB0A66E747B0}" type="presParOf" srcId="{748B144C-A6F4-4237-A90F-8B3EC1A241EF}" destId="{C9DE67E2-69C4-4763-A0A6-99C01D2C4666}" srcOrd="7" destOrd="0" presId="urn:microsoft.com/office/officeart/2005/8/layout/process1"/>
    <dgm:cxn modelId="{6845172A-6E73-4E4C-96DA-B9F7B52CAA95}" type="presParOf" srcId="{C9DE67E2-69C4-4763-A0A6-99C01D2C4666}" destId="{5A964782-8A8D-4CA9-90CF-B74F12605844}" srcOrd="0" destOrd="0" presId="urn:microsoft.com/office/officeart/2005/8/layout/process1"/>
    <dgm:cxn modelId="{2E10AC48-FAF8-4E85-8C3F-0A4D099BA5B5}" type="presParOf" srcId="{748B144C-A6F4-4237-A90F-8B3EC1A241EF}" destId="{0B8FECC1-9E96-4D35-875E-9BB352D0017A}" srcOrd="8" destOrd="0" presId="urn:microsoft.com/office/officeart/2005/8/layout/process1"/>
    <dgm:cxn modelId="{6F57004B-E409-448D-9A64-117FA62969A6}" type="presParOf" srcId="{748B144C-A6F4-4237-A90F-8B3EC1A241EF}" destId="{624C7AF9-E3D2-4B2A-A627-C030721740EB}" srcOrd="9" destOrd="0" presId="urn:microsoft.com/office/officeart/2005/8/layout/process1"/>
    <dgm:cxn modelId="{D1025FCD-F2A4-4206-84C3-D3CE2D18CCDA}" type="presParOf" srcId="{624C7AF9-E3D2-4B2A-A627-C030721740EB}" destId="{4923425D-93A7-4DF2-A680-E9512BA9865C}" srcOrd="0" destOrd="0" presId="urn:microsoft.com/office/officeart/2005/8/layout/process1"/>
    <dgm:cxn modelId="{21B6C5E6-3C21-4265-A369-9071F0405801}" type="presParOf" srcId="{748B144C-A6F4-4237-A90F-8B3EC1A241EF}" destId="{5E0088C3-2303-4C11-A30A-9508DF83219D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98E84-5EBC-4C47-87DE-A9825C468C22}">
      <dsp:nvSpPr>
        <dsp:cNvPr id="0" name=""/>
        <dsp:cNvSpPr/>
      </dsp:nvSpPr>
      <dsp:spPr>
        <a:xfrm>
          <a:off x="460002" y="1029708"/>
          <a:ext cx="1397333" cy="1615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Input Data</a:t>
          </a:r>
          <a:br>
            <a:rPr lang="en-US" sz="1000" kern="1200" dirty="0"/>
          </a:br>
          <a:r>
            <a:rPr lang="en-IN" sz="1000" kern="1200" dirty="0"/>
            <a:t>Torque Event (CSV / API Input)</a:t>
          </a:r>
          <a:br>
            <a:rPr lang="en-IN" sz="1000" kern="1200" dirty="0"/>
          </a:br>
          <a:r>
            <a:rPr lang="en-IN" sz="1000" kern="1200" dirty="0"/>
            <a:t>Source: torque_events.csv Framework: pandas</a:t>
          </a:r>
        </a:p>
      </dsp:txBody>
      <dsp:txXfrm>
        <a:off x="500928" y="1070634"/>
        <a:ext cx="1315481" cy="1533323"/>
      </dsp:txXfrm>
    </dsp:sp>
    <dsp:sp modelId="{D769F757-3850-4623-BFEB-352414EC89D8}">
      <dsp:nvSpPr>
        <dsp:cNvPr id="0" name=""/>
        <dsp:cNvSpPr/>
      </dsp:nvSpPr>
      <dsp:spPr>
        <a:xfrm rot="3755898">
          <a:off x="1541955" y="3160627"/>
          <a:ext cx="669675" cy="12393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 dirty="0"/>
        </a:p>
      </dsp:txBody>
      <dsp:txXfrm>
        <a:off x="1551990" y="3168909"/>
        <a:ext cx="632494" cy="74362"/>
      </dsp:txXfrm>
    </dsp:sp>
    <dsp:sp modelId="{B151126C-0440-4C84-8533-1546B3C77F55}">
      <dsp:nvSpPr>
        <dsp:cNvPr id="0" name=""/>
        <dsp:cNvSpPr/>
      </dsp:nvSpPr>
      <dsp:spPr>
        <a:xfrm>
          <a:off x="1776168" y="3766655"/>
          <a:ext cx="1602604" cy="1615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Validate Node</a:t>
          </a:r>
          <a:br>
            <a:rPr lang="en-IN" sz="1000" kern="1200" dirty="0"/>
          </a:br>
          <a:r>
            <a:rPr lang="en-IN" sz="1000" kern="1200" dirty="0"/>
            <a:t>Purpose: Deterministic torque check</a:t>
          </a:r>
          <a:br>
            <a:rPr lang="en-IN" sz="1000" kern="1200" dirty="0"/>
          </a:br>
          <a:r>
            <a:rPr lang="en-IN" sz="1000" kern="1200" dirty="0"/>
            <a:t>Logic: target ± tolerance comparison</a:t>
          </a:r>
          <a:br>
            <a:rPr lang="en-IN" sz="1000" kern="1200" dirty="0"/>
          </a:br>
          <a:r>
            <a:rPr lang="en-IN" sz="1000" kern="1200" dirty="0"/>
            <a:t>Output: rule_validation label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solidFill>
                <a:srgbClr val="FF0000"/>
              </a:solidFill>
            </a:rPr>
            <a:t>Rules: .</a:t>
          </a:r>
          <a:r>
            <a:rPr lang="en-IN" sz="1000" kern="1200" dirty="0" err="1">
              <a:solidFill>
                <a:srgbClr val="FF0000"/>
              </a:solidFill>
            </a:rPr>
            <a:t>json</a:t>
          </a:r>
          <a:endParaRPr lang="en-IN" sz="1000" kern="1200" dirty="0">
            <a:solidFill>
              <a:srgbClr val="FF0000"/>
            </a:solidFill>
          </a:endParaRPr>
        </a:p>
      </dsp:txBody>
      <dsp:txXfrm>
        <a:off x="1823107" y="3813594"/>
        <a:ext cx="1508726" cy="1521297"/>
      </dsp:txXfrm>
    </dsp:sp>
    <dsp:sp modelId="{AADBA430-9AD3-4C66-98EB-39CC2B8C85B7}">
      <dsp:nvSpPr>
        <dsp:cNvPr id="0" name=""/>
        <dsp:cNvSpPr/>
      </dsp:nvSpPr>
      <dsp:spPr>
        <a:xfrm rot="18234681">
          <a:off x="3149313" y="3150722"/>
          <a:ext cx="686947" cy="12393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 dirty="0"/>
        </a:p>
      </dsp:txBody>
      <dsp:txXfrm>
        <a:off x="3157532" y="3190937"/>
        <a:ext cx="649766" cy="74362"/>
      </dsp:txXfrm>
    </dsp:sp>
    <dsp:sp modelId="{F1CA92E3-393D-45F1-858F-1097BDFFC230}">
      <dsp:nvSpPr>
        <dsp:cNvPr id="0" name=""/>
        <dsp:cNvSpPr/>
      </dsp:nvSpPr>
      <dsp:spPr>
        <a:xfrm>
          <a:off x="3434354" y="1075821"/>
          <a:ext cx="1904110" cy="1615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Retrieve Node</a:t>
          </a:r>
          <a:br>
            <a:rPr lang="en-IN" sz="1000" kern="1200" dirty="0"/>
          </a:br>
          <a:r>
            <a:rPr lang="en-IN" sz="1000" kern="1200" dirty="0"/>
            <a:t>Purpose: Retrieve relevant SOP context</a:t>
          </a:r>
          <a:br>
            <a:rPr lang="en-IN" sz="1000" kern="1200" dirty="0"/>
          </a:br>
          <a:r>
            <a:rPr lang="en-IN" sz="1000" kern="1200" dirty="0"/>
            <a:t>Data: sop_chunks.json</a:t>
          </a:r>
          <a:br>
            <a:rPr lang="en-IN" sz="1000" kern="1200" dirty="0"/>
          </a:br>
          <a:r>
            <a:rPr lang="en-IN" sz="1000" kern="1200" dirty="0"/>
            <a:t>Vector DB: FAISS</a:t>
          </a:r>
          <a:br>
            <a:rPr lang="en-IN" sz="1000" kern="1200" dirty="0"/>
          </a:br>
          <a:r>
            <a:rPr lang="en-IN" sz="1000" kern="1200" dirty="0"/>
            <a:t>Embeddings: OpenAIEmbeddings</a:t>
          </a:r>
          <a:br>
            <a:rPr lang="en-IN" sz="1000" kern="1200" dirty="0"/>
          </a:br>
          <a:r>
            <a:rPr lang="en-IN" sz="1000" kern="1200" dirty="0"/>
            <a:t>Framework: langchain + faiss-cpu</a:t>
          </a:r>
          <a:br>
            <a:rPr lang="en-IN" sz="1000" kern="1200" dirty="0"/>
          </a:br>
          <a:r>
            <a:rPr lang="en-IN" sz="1000" kern="1200" dirty="0"/>
            <a:t>Output: top-K SOP chunks</a:t>
          </a:r>
        </a:p>
      </dsp:txBody>
      <dsp:txXfrm>
        <a:off x="3481661" y="1123128"/>
        <a:ext cx="1809496" cy="1520561"/>
      </dsp:txXfrm>
    </dsp:sp>
    <dsp:sp modelId="{4B58B182-9E22-4F5F-9E5A-F1AEFF8466A0}">
      <dsp:nvSpPr>
        <dsp:cNvPr id="0" name=""/>
        <dsp:cNvSpPr/>
      </dsp:nvSpPr>
      <dsp:spPr>
        <a:xfrm rot="3663656">
          <a:off x="4813881" y="3172620"/>
          <a:ext cx="639243" cy="12393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 dirty="0"/>
        </a:p>
      </dsp:txBody>
      <dsp:txXfrm>
        <a:off x="4823476" y="3181138"/>
        <a:ext cx="602062" cy="74362"/>
      </dsp:txXfrm>
    </dsp:sp>
    <dsp:sp modelId="{5208B639-F7AA-4A2E-9F26-D9D0FAE4675D}">
      <dsp:nvSpPr>
        <dsp:cNvPr id="0" name=""/>
        <dsp:cNvSpPr/>
      </dsp:nvSpPr>
      <dsp:spPr>
        <a:xfrm>
          <a:off x="4704547" y="3746514"/>
          <a:ext cx="2317080" cy="1615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Classification Node</a:t>
          </a:r>
          <a:br>
            <a:rPr lang="en-IN" sz="1000" kern="1200" dirty="0"/>
          </a:br>
          <a:r>
            <a:rPr lang="en-IN" sz="1000" kern="1200" dirty="0"/>
            <a:t>Purpose: Severity classification</a:t>
          </a:r>
          <a:br>
            <a:rPr lang="en-IN" sz="1000" kern="1200" dirty="0"/>
          </a:br>
          <a:r>
            <a:rPr lang="en-IN" sz="1000" kern="1200" dirty="0"/>
            <a:t>Model: GPT-4o-mini (or configurable)</a:t>
          </a:r>
          <a:br>
            <a:rPr lang="en-IN" sz="1000" kern="1200" dirty="0"/>
          </a:br>
          <a:r>
            <a:rPr lang="en-IN" sz="1000" kern="1200" dirty="0"/>
            <a:t>Framework: langchain-openai</a:t>
          </a:r>
          <a:br>
            <a:rPr lang="en-IN" sz="1000" kern="1200" dirty="0"/>
          </a:br>
          <a:r>
            <a:rPr lang="en-IN" sz="1000" kern="1200" dirty="0"/>
            <a:t>Prompt: ChatPromptTemplate</a:t>
          </a:r>
          <a:br>
            <a:rPr lang="en-IN" sz="1000" kern="1200" dirty="0"/>
          </a:br>
          <a:r>
            <a:rPr lang="en-IN" sz="1000" kern="1200" dirty="0"/>
            <a:t>Output: OK / Minor / Major / Critical</a:t>
          </a:r>
        </a:p>
      </dsp:txBody>
      <dsp:txXfrm>
        <a:off x="4751854" y="3793821"/>
        <a:ext cx="2222466" cy="1520561"/>
      </dsp:txXfrm>
    </dsp:sp>
    <dsp:sp modelId="{C9DE67E2-69C4-4763-A0A6-99C01D2C4666}">
      <dsp:nvSpPr>
        <dsp:cNvPr id="0" name=""/>
        <dsp:cNvSpPr/>
      </dsp:nvSpPr>
      <dsp:spPr>
        <a:xfrm rot="18863169">
          <a:off x="6791584" y="3151135"/>
          <a:ext cx="768141" cy="12393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 dirty="0"/>
        </a:p>
      </dsp:txBody>
      <dsp:txXfrm>
        <a:off x="6797171" y="3189208"/>
        <a:ext cx="730960" cy="74362"/>
      </dsp:txXfrm>
    </dsp:sp>
    <dsp:sp modelId="{0B8FECC1-9E96-4D35-875E-9BB352D0017A}">
      <dsp:nvSpPr>
        <dsp:cNvPr id="0" name=""/>
        <dsp:cNvSpPr/>
      </dsp:nvSpPr>
      <dsp:spPr>
        <a:xfrm>
          <a:off x="7558509" y="1095591"/>
          <a:ext cx="1798599" cy="1615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Decision Node</a:t>
          </a:r>
          <a:br>
            <a:rPr lang="en-IN" sz="1000" kern="1200" dirty="0"/>
          </a:br>
          <a:r>
            <a:rPr lang="en-IN" sz="1000" kern="1200" dirty="0"/>
            <a:t>Purpose: Determine action</a:t>
          </a:r>
          <a:br>
            <a:rPr lang="en-IN" sz="1000" kern="1200" dirty="0"/>
          </a:br>
          <a:r>
            <a:rPr lang="en-IN" sz="1000" kern="1200" dirty="0"/>
            <a:t>Model: GPT-4o-mini</a:t>
          </a:r>
          <a:br>
            <a:rPr lang="en-IN" sz="1000" kern="1200" dirty="0"/>
          </a:br>
          <a:r>
            <a:rPr lang="en-IN" sz="1000" kern="1200" dirty="0"/>
            <a:t>Structured Output: Pydantic</a:t>
          </a:r>
          <a:br>
            <a:rPr lang="en-IN" sz="1000" kern="1200" dirty="0"/>
          </a:br>
          <a:r>
            <a:rPr lang="en-IN" sz="1000" kern="1200" dirty="0"/>
            <a:t>Framework: langchain</a:t>
          </a:r>
          <a:br>
            <a:rPr lang="en-IN" sz="1000" kern="1200" dirty="0"/>
          </a:br>
          <a:r>
            <a:rPr lang="en-IN" sz="1000" kern="1200" dirty="0"/>
            <a:t>Output: { escalate, rework, explanation }</a:t>
          </a:r>
        </a:p>
      </dsp:txBody>
      <dsp:txXfrm>
        <a:off x="7605816" y="1142898"/>
        <a:ext cx="1703985" cy="1520561"/>
      </dsp:txXfrm>
    </dsp:sp>
    <dsp:sp modelId="{624C7AF9-E3D2-4B2A-A627-C030721740EB}">
      <dsp:nvSpPr>
        <dsp:cNvPr id="0" name=""/>
        <dsp:cNvSpPr/>
      </dsp:nvSpPr>
      <dsp:spPr>
        <a:xfrm rot="3157628">
          <a:off x="9137420" y="3188446"/>
          <a:ext cx="698835" cy="12393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 dirty="0"/>
        </a:p>
      </dsp:txBody>
      <dsp:txXfrm>
        <a:off x="9144726" y="3198459"/>
        <a:ext cx="661654" cy="74362"/>
      </dsp:txXfrm>
    </dsp:sp>
    <dsp:sp modelId="{5E0088C3-2303-4C11-A30A-9508DF83219D}">
      <dsp:nvSpPr>
        <dsp:cNvPr id="0" name=""/>
        <dsp:cNvSpPr/>
      </dsp:nvSpPr>
      <dsp:spPr>
        <a:xfrm>
          <a:off x="9605742" y="3758628"/>
          <a:ext cx="1772227" cy="1615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Action Node</a:t>
          </a:r>
          <a:br>
            <a:rPr lang="en-IN" sz="1000" kern="1200" dirty="0"/>
          </a:br>
          <a:r>
            <a:rPr lang="en-IN" sz="1000" kern="1200" dirty="0"/>
            <a:t>Purpose: Execute next step</a:t>
          </a:r>
          <a:br>
            <a:rPr lang="en-IN" sz="1000" kern="1200" dirty="0"/>
          </a:br>
          <a:r>
            <a:rPr lang="en-IN" sz="1000" kern="1200" dirty="0"/>
            <a:t>Example:</a:t>
          </a:r>
          <a:br>
            <a:rPr lang="en-IN" sz="1000" kern="1200" dirty="0"/>
          </a:br>
          <a:r>
            <a:rPr lang="en-IN" sz="1000" kern="1200" dirty="0"/>
            <a:t>- Log event</a:t>
          </a:r>
          <a:br>
            <a:rPr lang="en-IN" sz="1000" kern="1200" dirty="0"/>
          </a:br>
          <a:r>
            <a:rPr lang="en-IN" sz="1000" kern="1200" dirty="0"/>
            <a:t>- Create maintenance ticket</a:t>
          </a:r>
          <a:br>
            <a:rPr lang="en-IN" sz="1000" kern="1200" dirty="0"/>
          </a:br>
          <a:r>
            <a:rPr lang="en-IN" sz="1000" kern="1200" dirty="0"/>
            <a:t>- Send Slack/Email notification</a:t>
          </a:r>
          <a:br>
            <a:rPr lang="en-IN" sz="1000" kern="1200" dirty="0"/>
          </a:br>
          <a:r>
            <a:rPr lang="en-IN" sz="1000" kern="1200" dirty="0"/>
            <a:t>Framework: FastAPI</a:t>
          </a:r>
        </a:p>
      </dsp:txBody>
      <dsp:txXfrm>
        <a:off x="9653049" y="3805935"/>
        <a:ext cx="1677613" cy="1520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6AB5-5F50-5B01-295F-FA7CA8007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2C2FD-7C82-518D-47DE-1E6972E9C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39EA-3280-7759-654E-7449A104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6A83-E92E-8531-EA4B-20D1659D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FAEFB-75AE-0170-2BE4-0362ACA1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57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F844-E087-F2E9-9A10-6ECBB139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6C16F-8987-D00D-2554-3E2BDEBC4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FD80-C9D6-3220-07A6-EEDC8893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3FB19-4DDC-1B16-954B-35AAD218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4A8D5-8DD0-D8F3-C4CB-8D329DBC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82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0E68-11EE-92F4-F69B-28D615F1B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D4FE8-F49B-B059-840B-D1AFAA770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3FEC7-1734-2839-643C-9D1E5BAB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DF898-F1E8-FBEC-6F2C-4D3725068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DEDD9-F747-1805-C708-223E57F2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010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8D74-4BDC-BEC3-40B1-2DCF003E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AD61-80FC-AFD5-01C6-22CCA61B9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B0C3C-98DA-9B8C-4787-3F8AA6808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326E1-235F-2F86-2FEE-7BBF8E60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F0AE8-98F0-D68E-BA1F-90D3D1E58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67894-1FF8-5B70-650B-943BC31D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56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E1AE-B39B-22A3-EDF5-1367FF326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F427D-4A07-544D-4CEF-DDEC371B1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38C2D-237A-D6F3-9B22-52A7420CA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B682F-0AC4-0FF0-D658-771BDF4FD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C9A46-C393-9F09-C85A-ADE3AE682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E2D1-7628-47DA-007D-900C0BF7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B56F6-8736-0DA2-CCE4-4C65A79C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76BB3-9A82-8BAB-39B9-F65AEF84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11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4DA0F-2080-CA5B-F8CF-BDB3DDB6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7E998-87F5-98DC-1378-CABA81CB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3FC01-DD56-7B49-CC16-B2B5E6CE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9F490-CCA0-CCBF-1B82-CEF5CA58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90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4DE5B-F418-9B8A-C32B-D1441B15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526BF-2462-4CF3-2D7A-449B3AEE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14730-5B46-3B56-8FA7-004390BF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84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B1AA-FD2E-099D-7FAC-BCA23238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758BA-10F2-33FD-338E-DF7329F24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7532A-43CF-3165-E475-C3E12250E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BF575-B4F0-3C83-FBF9-E9D0AED8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8171B-1B30-FF66-8998-361EAEA3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02A01-B791-38A8-22C3-D9225C58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36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ECEB-9605-286F-5942-58B096CC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6C4BF-461E-B446-7139-C7B3B1FBD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CFC4-EC7F-C116-8A9A-E5E45338B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3DBC8-FF77-0537-DD4D-95874C8C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CF195-8C7A-3DEC-2912-21DB6DC2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5D1DF-25EF-3615-D28F-77D508650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5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7AD1-CE63-02CB-BED5-E4A374984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A4014-C9DB-25C9-21B7-BC5F186F2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46DF6-D27D-B381-2DD4-CFFE2734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E3BC3-BD10-7D58-BFAA-AED1930B0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BD7B-DFE6-3915-DFB5-89205D0F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91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DD4D84-7F07-93CC-2BC9-BE1C6360A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CABC1-7A10-95B0-7530-28B72F2BA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1C6AD-3D3A-6B18-B0CF-BCE38C5B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DF38D-903A-536F-8885-E7C0D9B7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0F650-1E97-5A99-B3E4-06A99B48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92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44584-3E95-6468-C7B7-1BF3FB73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C1356-CBF0-97C9-9C82-5C78963B2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2E844-FB91-C637-3639-5867E76A1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C1012-B5AF-4B3E-98F8-F239872DB571}" type="datetimeFigureOut">
              <a:rPr lang="en-IN" smtClean="0"/>
              <a:t>24-02-2026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874C1-7212-47B2-B029-08A72E7CC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0E71F-9785-6881-01BA-58CA1ADA5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4226A-1DE5-4397-BCDA-72C3FDE254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73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A37D171-90DF-AE7B-B3A8-B7F7828BA5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0304200"/>
              </p:ext>
            </p:extLst>
          </p:nvPr>
        </p:nvGraphicFramePr>
        <p:xfrm>
          <a:off x="232913" y="155275"/>
          <a:ext cx="11809562" cy="6487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5007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21F965-309A-8D63-7430-504DE2FF5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79899"/>
              </p:ext>
            </p:extLst>
          </p:nvPr>
        </p:nvGraphicFramePr>
        <p:xfrm>
          <a:off x="940279" y="810882"/>
          <a:ext cx="10308567" cy="5400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0732">
                  <a:extLst>
                    <a:ext uri="{9D8B030D-6E8A-4147-A177-3AD203B41FA5}">
                      <a16:colId xmlns:a16="http://schemas.microsoft.com/office/drawing/2014/main" val="176732679"/>
                    </a:ext>
                  </a:extLst>
                </a:gridCol>
                <a:gridCol w="3171646">
                  <a:extLst>
                    <a:ext uri="{9D8B030D-6E8A-4147-A177-3AD203B41FA5}">
                      <a16:colId xmlns:a16="http://schemas.microsoft.com/office/drawing/2014/main" val="1534769983"/>
                    </a:ext>
                  </a:extLst>
                </a:gridCol>
                <a:gridCol w="3436189">
                  <a:extLst>
                    <a:ext uri="{9D8B030D-6E8A-4147-A177-3AD203B41FA5}">
                      <a16:colId xmlns:a16="http://schemas.microsoft.com/office/drawing/2014/main" val="4095726527"/>
                    </a:ext>
                  </a:extLst>
                </a:gridCol>
              </a:tblGrid>
              <a:tr h="364680">
                <a:tc>
                  <a:txBody>
                    <a:bodyPr/>
                    <a:lstStyle/>
                    <a:p>
                      <a:r>
                        <a:rPr lang="en-IN" sz="1000" dirty="0"/>
                        <a:t>sops.json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sop_chunks.json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torque_events.csv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82238"/>
                  </a:ext>
                </a:extLst>
              </a:tr>
              <a:tr h="5035583">
                <a:tc>
                  <a:txBody>
                    <a:bodyPr/>
                    <a:lstStyle/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"sop_id": "SOP-GEN-0001",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"source_type": "Hybrid-Generated",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"subsystem": "Assembly",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"joint": "ENGINE_MOUNT_REAR_RIGHT",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"vehicle_model": "Sedan-X",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"station": "INTERIOR_ST-08",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"tool_recommendation": "MANUAL_WRENCH",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"tightening_method": "Torque+Angle",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"pre_torque_nm": 40,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"target_torque_nm": 85,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"tolerance_nm": 5,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"angle_deg": 30,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"steps": [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"Ensure mating surfaces and threads are clean",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"Install fastener by hand and verify alignment",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"Pre-tighten to 40 Nm",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"Final tighten to 85 Nm \u00b1 5 Nm",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"Further tighten by 30 degrees",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"Verify torque (and angle if applicable) in the MES"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],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"warnings": [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  "Do not reuse torque-to-yield or stretch bolts after removal"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],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"safety_critical": true,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"last_revision": "2026-02-16"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}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"chunk_id": "CHUNK-000001",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"chunk_type": "Identification",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"content": "ENGINE_MOUNT_REAR_RIGHT (Sedan-X) - method: Torque+Angle",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"sop_id": "SOP-GEN-0001",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"joint": "ENGINE_MOUNT_REAR_RIGHT",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"vehicle_model": "Sedan-X",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"station": "INTERIOR_ST-08",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"tightening_method": "Torque+Angle",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"safety_critical": true</a:t>
                      </a:r>
                    </a:p>
                    <a:p>
                      <a:r>
                        <a:rPr lang="en-IN" sz="10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}</a:t>
                      </a:r>
                    </a:p>
                    <a:p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EVT-000001,2026-02-16T09:50:27.758376Z,SUV-Z,VIN2439622619,POWERTRAIN_ST-05,WHEEL_LUG_NUT_FL,DC_GUN,120,10,121.6,,,SOP-GEN-0022,[],OK,[]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7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1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543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GOYAL Ansh (INTERN)</dc:creator>
  <cp:lastModifiedBy>GOYAL Ansh (INTERN)</cp:lastModifiedBy>
  <cp:revision>1</cp:revision>
  <dcterms:created xsi:type="dcterms:W3CDTF">2026-02-24T07:49:52Z</dcterms:created>
  <dcterms:modified xsi:type="dcterms:W3CDTF">2026-02-24T11:55:33Z</dcterms:modified>
</cp:coreProperties>
</file>